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sldIdLst>
    <p:sldId id="256" r:id="rId2"/>
    <p:sldId id="257" r:id="rId3"/>
    <p:sldId id="258" r:id="rId4"/>
    <p:sldId id="260" r:id="rId5"/>
    <p:sldId id="259"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89C5F4-64F2-4DBB-A2A9-500E087105C4}" v="3" dt="2026-04-27T00:35:30.9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40"/>
  </p:normalViewPr>
  <p:slideViewPr>
    <p:cSldViewPr snapToGrid="0">
      <p:cViewPr varScale="1">
        <p:scale>
          <a:sx n="104" d="100"/>
          <a:sy n="104" d="100"/>
        </p:scale>
        <p:origin x="240"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ander Fry" userId="6b0bdad8c40015c8" providerId="LiveId" clId="{A71836FE-40E8-4C5B-AE2A-EF81233CB0BA}"/>
    <pc:docChg chg="undo custSel addSld delSld modSld sldOrd">
      <pc:chgData name="Xander Fry" userId="6b0bdad8c40015c8" providerId="LiveId" clId="{A71836FE-40E8-4C5B-AE2A-EF81233CB0BA}" dt="2026-04-27T00:35:35.429" v="670" actId="26606"/>
      <pc:docMkLst>
        <pc:docMk/>
      </pc:docMkLst>
      <pc:sldChg chg="addSp delSp add del ord setBg delDesignElem">
        <pc:chgData name="Xander Fry" userId="6b0bdad8c40015c8" providerId="LiveId" clId="{A71836FE-40E8-4C5B-AE2A-EF81233CB0BA}" dt="2026-04-27T00:17:55.327" v="9"/>
        <pc:sldMkLst>
          <pc:docMk/>
          <pc:sldMk cId="1045348694" sldId="260"/>
        </pc:sldMkLst>
        <pc:spChg chg="add del">
          <ac:chgData name="Xander Fry" userId="6b0bdad8c40015c8" providerId="LiveId" clId="{A71836FE-40E8-4C5B-AE2A-EF81233CB0BA}" dt="2026-04-27T00:17:55.327" v="9"/>
          <ac:spMkLst>
            <pc:docMk/>
            <pc:sldMk cId="1045348694" sldId="260"/>
            <ac:spMk id="10" creationId="{8DC9A6AB-1CA7-A5A4-C6CA-111675E64B1F}"/>
          </ac:spMkLst>
        </pc:spChg>
        <pc:spChg chg="add del">
          <ac:chgData name="Xander Fry" userId="6b0bdad8c40015c8" providerId="LiveId" clId="{A71836FE-40E8-4C5B-AE2A-EF81233CB0BA}" dt="2026-04-27T00:17:55.327" v="9"/>
          <ac:spMkLst>
            <pc:docMk/>
            <pc:sldMk cId="1045348694" sldId="260"/>
            <ac:spMk id="12" creationId="{1B390E73-7085-0464-A5B9-FE8768672397}"/>
          </ac:spMkLst>
        </pc:spChg>
      </pc:sldChg>
      <pc:sldChg chg="new del">
        <pc:chgData name="Xander Fry" userId="6b0bdad8c40015c8" providerId="LiveId" clId="{A71836FE-40E8-4C5B-AE2A-EF81233CB0BA}" dt="2026-04-27T00:17:38.086" v="1" actId="47"/>
        <pc:sldMkLst>
          <pc:docMk/>
          <pc:sldMk cId="2773564795" sldId="260"/>
        </pc:sldMkLst>
      </pc:sldChg>
      <pc:sldChg chg="addSp delSp modSp add mod ord">
        <pc:chgData name="Xander Fry" userId="6b0bdad8c40015c8" providerId="LiveId" clId="{A71836FE-40E8-4C5B-AE2A-EF81233CB0BA}" dt="2026-04-27T00:35:35.429" v="670" actId="26606"/>
        <pc:sldMkLst>
          <pc:docMk/>
          <pc:sldMk cId="3285580046" sldId="260"/>
        </pc:sldMkLst>
        <pc:spChg chg="mod">
          <ac:chgData name="Xander Fry" userId="6b0bdad8c40015c8" providerId="LiveId" clId="{A71836FE-40E8-4C5B-AE2A-EF81233CB0BA}" dt="2026-04-27T00:35:35.429" v="670" actId="26606"/>
          <ac:spMkLst>
            <pc:docMk/>
            <pc:sldMk cId="3285580046" sldId="260"/>
            <ac:spMk id="2" creationId="{4B3CA238-DF55-4DA3-B1DE-FF704AA9078B}"/>
          </ac:spMkLst>
        </pc:spChg>
        <pc:spChg chg="mod">
          <ac:chgData name="Xander Fry" userId="6b0bdad8c40015c8" providerId="LiveId" clId="{A71836FE-40E8-4C5B-AE2A-EF81233CB0BA}" dt="2026-04-27T00:35:35.429" v="670" actId="26606"/>
          <ac:spMkLst>
            <pc:docMk/>
            <pc:sldMk cId="3285580046" sldId="260"/>
            <ac:spMk id="3" creationId="{EBA7333B-4D4C-9EFF-3C3B-48FAE12EE2A3}"/>
          </ac:spMkLst>
        </pc:spChg>
        <pc:spChg chg="del">
          <ac:chgData name="Xander Fry" userId="6b0bdad8c40015c8" providerId="LiveId" clId="{A71836FE-40E8-4C5B-AE2A-EF81233CB0BA}" dt="2026-04-27T00:35:35.429" v="670" actId="26606"/>
          <ac:spMkLst>
            <pc:docMk/>
            <pc:sldMk cId="3285580046" sldId="260"/>
            <ac:spMk id="10" creationId="{023967FA-8238-3C07-124A-333EA6472DDD}"/>
          </ac:spMkLst>
        </pc:spChg>
        <pc:spChg chg="del">
          <ac:chgData name="Xander Fry" userId="6b0bdad8c40015c8" providerId="LiveId" clId="{A71836FE-40E8-4C5B-AE2A-EF81233CB0BA}" dt="2026-04-27T00:35:35.429" v="670" actId="26606"/>
          <ac:spMkLst>
            <pc:docMk/>
            <pc:sldMk cId="3285580046" sldId="260"/>
            <ac:spMk id="12" creationId="{F9BD64ED-B8D3-7BC6-5C74-F87B8F642389}"/>
          </ac:spMkLst>
        </pc:spChg>
        <pc:spChg chg="add">
          <ac:chgData name="Xander Fry" userId="6b0bdad8c40015c8" providerId="LiveId" clId="{A71836FE-40E8-4C5B-AE2A-EF81233CB0BA}" dt="2026-04-27T00:35:35.429" v="670" actId="26606"/>
          <ac:spMkLst>
            <pc:docMk/>
            <pc:sldMk cId="3285580046" sldId="260"/>
            <ac:spMk id="17" creationId="{1660E788-AFA9-4A1B-9991-6AA74632A15B}"/>
          </ac:spMkLst>
        </pc:spChg>
        <pc:spChg chg="add">
          <ac:chgData name="Xander Fry" userId="6b0bdad8c40015c8" providerId="LiveId" clId="{A71836FE-40E8-4C5B-AE2A-EF81233CB0BA}" dt="2026-04-27T00:35:35.429" v="670" actId="26606"/>
          <ac:spMkLst>
            <pc:docMk/>
            <pc:sldMk cId="3285580046" sldId="260"/>
            <ac:spMk id="19" creationId="{867D4867-5BA7-4462-B2F6-A23F4A622AA7}"/>
          </ac:spMkLst>
        </pc:spChg>
        <pc:picChg chg="add mod">
          <ac:chgData name="Xander Fry" userId="6b0bdad8c40015c8" providerId="LiveId" clId="{A71836FE-40E8-4C5B-AE2A-EF81233CB0BA}" dt="2026-04-27T00:35:35.429" v="670" actId="26606"/>
          <ac:picMkLst>
            <pc:docMk/>
            <pc:sldMk cId="3285580046" sldId="260"/>
            <ac:picMk id="5" creationId="{839CD98F-A31F-E243-FA84-1F33A652D132}"/>
          </ac:picMkLst>
        </pc:picChg>
        <pc:picChg chg="del">
          <ac:chgData name="Xander Fry" userId="6b0bdad8c40015c8" providerId="LiveId" clId="{A71836FE-40E8-4C5B-AE2A-EF81233CB0BA}" dt="2026-04-27T00:33:47.209" v="668" actId="478"/>
          <ac:picMkLst>
            <pc:docMk/>
            <pc:sldMk cId="3285580046" sldId="260"/>
            <ac:picMk id="7" creationId="{A5E427BD-EE81-6CDB-469A-1EE42D1BFE1A}"/>
          </ac:picMkLst>
        </pc:picChg>
      </pc:sldChg>
      <pc:sldChg chg="new del">
        <pc:chgData name="Xander Fry" userId="6b0bdad8c40015c8" providerId="LiveId" clId="{A71836FE-40E8-4C5B-AE2A-EF81233CB0BA}" dt="2026-04-27T00:17:47.877" v="3" actId="47"/>
        <pc:sldMkLst>
          <pc:docMk/>
          <pc:sldMk cId="3392809346" sldId="26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4/26/2026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4/26/2026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4/26/2026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4/26/2026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4/26/2026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4/26/2026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4/26/2026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4/26/2026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4/26/2026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4/26/2026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4/26/2026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4/26/2026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BFC3F-5907-1167-65A0-6323E5F7FC9B}"/>
              </a:ext>
            </a:extLst>
          </p:cNvPr>
          <p:cNvSpPr>
            <a:spLocks noGrp="1"/>
          </p:cNvSpPr>
          <p:nvPr>
            <p:ph type="ctrTitle"/>
          </p:nvPr>
        </p:nvSpPr>
        <p:spPr/>
        <p:txBody>
          <a:bodyPr>
            <a:normAutofit/>
          </a:bodyPr>
          <a:lstStyle/>
          <a:p>
            <a:r>
              <a:rPr lang="en-US" b="1" dirty="0"/>
              <a:t>Technical Institute Certification Program</a:t>
            </a:r>
            <a:endParaRPr lang="en-US" dirty="0"/>
          </a:p>
        </p:txBody>
      </p:sp>
      <p:sp>
        <p:nvSpPr>
          <p:cNvPr id="3" name="Subtitle 2">
            <a:extLst>
              <a:ext uri="{FF2B5EF4-FFF2-40B4-BE49-F238E27FC236}">
                <a16:creationId xmlns:a16="http://schemas.microsoft.com/office/drawing/2014/main" id="{925CAFDD-DDAC-64C2-5966-D4EE6194518F}"/>
              </a:ext>
            </a:extLst>
          </p:cNvPr>
          <p:cNvSpPr>
            <a:spLocks noGrp="1"/>
          </p:cNvSpPr>
          <p:nvPr>
            <p:ph type="subTitle" idx="1"/>
          </p:nvPr>
        </p:nvSpPr>
        <p:spPr/>
        <p:txBody>
          <a:bodyPr/>
          <a:lstStyle/>
          <a:p>
            <a:r>
              <a:rPr lang="en-US" dirty="0"/>
              <a:t>By: Amelie Yen, Wary Vega, and Xander Fry </a:t>
            </a:r>
          </a:p>
        </p:txBody>
      </p:sp>
    </p:spTree>
    <p:extLst>
      <p:ext uri="{BB962C8B-B14F-4D97-AF65-F5344CB8AC3E}">
        <p14:creationId xmlns:p14="http://schemas.microsoft.com/office/powerpoint/2010/main" val="597069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544653"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8E90B3-1B3C-7154-5340-CECDC5AF88D7}"/>
              </a:ext>
            </a:extLst>
          </p:cNvPr>
          <p:cNvSpPr>
            <a:spLocks noGrp="1"/>
          </p:cNvSpPr>
          <p:nvPr>
            <p:ph type="title"/>
          </p:nvPr>
        </p:nvSpPr>
        <p:spPr>
          <a:xfrm>
            <a:off x="643466" y="643467"/>
            <a:ext cx="6242719" cy="1728044"/>
          </a:xfrm>
          <a:noFill/>
          <a:ln>
            <a:solidFill>
              <a:schemeClr val="bg1"/>
            </a:solidFill>
          </a:ln>
        </p:spPr>
        <p:txBody>
          <a:bodyPr wrap="square">
            <a:normAutofit/>
          </a:bodyPr>
          <a:lstStyle/>
          <a:p>
            <a:r>
              <a:rPr lang="en-US">
                <a:solidFill>
                  <a:schemeClr val="bg1"/>
                </a:solidFill>
              </a:rPr>
              <a:t>Concept</a:t>
            </a:r>
          </a:p>
        </p:txBody>
      </p:sp>
      <p:sp>
        <p:nvSpPr>
          <p:cNvPr id="3" name="Content Placeholder 2">
            <a:extLst>
              <a:ext uri="{FF2B5EF4-FFF2-40B4-BE49-F238E27FC236}">
                <a16:creationId xmlns:a16="http://schemas.microsoft.com/office/drawing/2014/main" id="{EE97D8AC-7E44-F143-46EB-F1FE4ED37B26}"/>
              </a:ext>
            </a:extLst>
          </p:cNvPr>
          <p:cNvSpPr>
            <a:spLocks noGrp="1"/>
          </p:cNvSpPr>
          <p:nvPr>
            <p:ph idx="1"/>
          </p:nvPr>
        </p:nvSpPr>
        <p:spPr>
          <a:xfrm>
            <a:off x="643467" y="2638044"/>
            <a:ext cx="6242715" cy="3415622"/>
          </a:xfrm>
        </p:spPr>
        <p:txBody>
          <a:bodyPr>
            <a:normAutofit/>
          </a:bodyPr>
          <a:lstStyle/>
          <a:p>
            <a:pPr marL="0" indent="0">
              <a:buNone/>
            </a:pPr>
            <a:r>
              <a:rPr lang="en-US">
                <a:solidFill>
                  <a:schemeClr val="bg1"/>
                </a:solidFill>
              </a:rPr>
              <a:t>Certain jobs in construction related work have a plethora of different job types, as well as requiring operations of many different types of equipment. People looking to work in construction or those who are already in it but want to transition to a different job type in the field, all would need to get the proper training and certification to be equipped for the job. Training institutions provide this, and our web application provides a way for faculty to track students and their certifications.</a:t>
            </a:r>
          </a:p>
        </p:txBody>
      </p:sp>
      <p:pic>
        <p:nvPicPr>
          <p:cNvPr id="7" name="Graphic 6" descr="Excavator">
            <a:extLst>
              <a:ext uri="{FF2B5EF4-FFF2-40B4-BE49-F238E27FC236}">
                <a16:creationId xmlns:a16="http://schemas.microsoft.com/office/drawing/2014/main" id="{F7CE85AB-D005-D16F-A229-26EF6701962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19870" y="1614253"/>
            <a:ext cx="3428662" cy="3428662"/>
          </a:xfrm>
          <a:prstGeom prst="rect">
            <a:avLst/>
          </a:prstGeom>
        </p:spPr>
      </p:pic>
    </p:spTree>
    <p:extLst>
      <p:ext uri="{BB962C8B-B14F-4D97-AF65-F5344CB8AC3E}">
        <p14:creationId xmlns:p14="http://schemas.microsoft.com/office/powerpoint/2010/main" val="2493642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9C9A0FB-B5AB-3C4E-67F2-B29549911ADE}"/>
              </a:ext>
            </a:extLst>
          </p:cNvPr>
          <p:cNvPicPr>
            <a:picLocks noGrp="1" noChangeAspect="1"/>
          </p:cNvPicPr>
          <p:nvPr>
            <p:ph idx="1"/>
          </p:nvPr>
        </p:nvPicPr>
        <p:blipFill>
          <a:blip r:embed="rId2"/>
          <a:stretch>
            <a:fillRect/>
          </a:stretch>
        </p:blipFill>
        <p:spPr>
          <a:xfrm>
            <a:off x="1354219" y="1277956"/>
            <a:ext cx="9483561" cy="5496655"/>
          </a:xfrm>
          <a:prstGeom prst="rect">
            <a:avLst/>
          </a:prstGeom>
          <a:ln w="28575">
            <a:solidFill>
              <a:schemeClr val="tx1"/>
            </a:solidFill>
          </a:ln>
        </p:spPr>
      </p:pic>
      <p:sp>
        <p:nvSpPr>
          <p:cNvPr id="2" name="Title 1">
            <a:extLst>
              <a:ext uri="{FF2B5EF4-FFF2-40B4-BE49-F238E27FC236}">
                <a16:creationId xmlns:a16="http://schemas.microsoft.com/office/drawing/2014/main" id="{ADF6CAAE-A441-57A4-6640-A4B39BE4EDE3}"/>
              </a:ext>
            </a:extLst>
          </p:cNvPr>
          <p:cNvSpPr>
            <a:spLocks noGrp="1"/>
          </p:cNvSpPr>
          <p:nvPr>
            <p:ph type="title"/>
          </p:nvPr>
        </p:nvSpPr>
        <p:spPr>
          <a:xfrm>
            <a:off x="122213" y="83389"/>
            <a:ext cx="11952274" cy="864108"/>
          </a:xfrm>
        </p:spPr>
        <p:txBody>
          <a:bodyPr/>
          <a:lstStyle/>
          <a:p>
            <a:r>
              <a:rPr lang="en-US" dirty="0"/>
              <a:t>ERD</a:t>
            </a:r>
          </a:p>
        </p:txBody>
      </p:sp>
    </p:spTree>
    <p:extLst>
      <p:ext uri="{BB962C8B-B14F-4D97-AF65-F5344CB8AC3E}">
        <p14:creationId xmlns:p14="http://schemas.microsoft.com/office/powerpoint/2010/main" val="1005149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DD9347C4-5A2F-0BEC-F9A7-CDA1955A3B78}"/>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3CA238-DF55-4DA3-B1DE-FF704AA9078B}"/>
              </a:ext>
            </a:extLst>
          </p:cNvPr>
          <p:cNvSpPr>
            <a:spLocks noGrp="1"/>
          </p:cNvSpPr>
          <p:nvPr>
            <p:ph type="title"/>
          </p:nvPr>
        </p:nvSpPr>
        <p:spPr>
          <a:xfrm>
            <a:off x="643467" y="643467"/>
            <a:ext cx="3363974" cy="1728044"/>
          </a:xfrm>
          <a:noFill/>
          <a:ln>
            <a:solidFill>
              <a:schemeClr val="bg1"/>
            </a:solidFill>
          </a:ln>
        </p:spPr>
        <p:txBody>
          <a:bodyPr wrap="square">
            <a:normAutofit/>
          </a:bodyPr>
          <a:lstStyle/>
          <a:p>
            <a:r>
              <a:rPr lang="en-US" dirty="0">
                <a:solidFill>
                  <a:schemeClr val="bg1"/>
                </a:solidFill>
              </a:rPr>
              <a:t>Application Functions</a:t>
            </a:r>
          </a:p>
        </p:txBody>
      </p:sp>
      <p:sp>
        <p:nvSpPr>
          <p:cNvPr id="3" name="Content Placeholder 2">
            <a:extLst>
              <a:ext uri="{FF2B5EF4-FFF2-40B4-BE49-F238E27FC236}">
                <a16:creationId xmlns:a16="http://schemas.microsoft.com/office/drawing/2014/main" id="{EBA7333B-4D4C-9EFF-3C3B-48FAE12EE2A3}"/>
              </a:ext>
            </a:extLst>
          </p:cNvPr>
          <p:cNvSpPr>
            <a:spLocks noGrp="1"/>
          </p:cNvSpPr>
          <p:nvPr>
            <p:ph idx="1"/>
          </p:nvPr>
        </p:nvSpPr>
        <p:spPr>
          <a:xfrm>
            <a:off x="643468" y="2638044"/>
            <a:ext cx="3363974" cy="3415622"/>
          </a:xfrm>
        </p:spPr>
        <p:txBody>
          <a:bodyPr>
            <a:normAutofit/>
          </a:bodyPr>
          <a:lstStyle/>
          <a:p>
            <a:pPr marL="0" indent="0">
              <a:lnSpc>
                <a:spcPct val="90000"/>
              </a:lnSpc>
              <a:buNone/>
            </a:pPr>
            <a:r>
              <a:rPr lang="en-US" sz="1500">
                <a:solidFill>
                  <a:schemeClr val="bg1"/>
                </a:solidFill>
              </a:rPr>
              <a:t>Our web application for the technical institute certification program has the following functions:</a:t>
            </a:r>
          </a:p>
          <a:p>
            <a:pPr>
              <a:lnSpc>
                <a:spcPct val="90000"/>
              </a:lnSpc>
            </a:pPr>
            <a:r>
              <a:rPr lang="en-US" sz="1500">
                <a:solidFill>
                  <a:schemeClr val="bg1"/>
                </a:solidFill>
              </a:rPr>
              <a:t>SELECT/QUERY: Faculty can look up student, course, and certification data.</a:t>
            </a:r>
          </a:p>
          <a:p>
            <a:pPr>
              <a:lnSpc>
                <a:spcPct val="90000"/>
              </a:lnSpc>
            </a:pPr>
            <a:r>
              <a:rPr lang="en-US" sz="1500">
                <a:solidFill>
                  <a:schemeClr val="bg1"/>
                </a:solidFill>
              </a:rPr>
              <a:t>INSERT: Faculty can add new students, courses, or certifications.</a:t>
            </a:r>
          </a:p>
          <a:p>
            <a:pPr>
              <a:lnSpc>
                <a:spcPct val="90000"/>
              </a:lnSpc>
            </a:pPr>
            <a:r>
              <a:rPr lang="en-US" sz="1500">
                <a:solidFill>
                  <a:schemeClr val="bg1"/>
                </a:solidFill>
              </a:rPr>
              <a:t>UPDATE: Faculty can update student, course, and certification information.</a:t>
            </a:r>
          </a:p>
          <a:p>
            <a:pPr>
              <a:lnSpc>
                <a:spcPct val="90000"/>
              </a:lnSpc>
            </a:pPr>
            <a:r>
              <a:rPr lang="en-US" sz="1500">
                <a:solidFill>
                  <a:schemeClr val="bg1"/>
                </a:solidFill>
              </a:rPr>
              <a:t>DELETE: Faculty can remove students, courses, or certifications as needed.</a:t>
            </a:r>
          </a:p>
        </p:txBody>
      </p:sp>
      <p:pic>
        <p:nvPicPr>
          <p:cNvPr id="5" name="Graphic 4" descr="Laptop with phone and calculator">
            <a:extLst>
              <a:ext uri="{FF2B5EF4-FFF2-40B4-BE49-F238E27FC236}">
                <a16:creationId xmlns:a16="http://schemas.microsoft.com/office/drawing/2014/main" id="{839CD98F-A31F-E243-FA84-1F33A652D13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18048" y="643467"/>
            <a:ext cx="5410199" cy="5410199"/>
          </a:xfrm>
          <a:prstGeom prst="rect">
            <a:avLst/>
          </a:prstGeom>
        </p:spPr>
      </p:pic>
    </p:spTree>
    <p:extLst>
      <p:ext uri="{BB962C8B-B14F-4D97-AF65-F5344CB8AC3E}">
        <p14:creationId xmlns:p14="http://schemas.microsoft.com/office/powerpoint/2010/main" val="3285580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4167985-D6E9-40FF-97C0-4B6D373E8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68" y="640080"/>
            <a:ext cx="10911865" cy="4626864"/>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8801362-349C-44BE-BEF6-8E926E1D3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6196" y="804672"/>
            <a:ext cx="10579608" cy="42976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60BF5E-B8F8-2834-C0C8-3866E75BCA25}"/>
              </a:ext>
            </a:extLst>
          </p:cNvPr>
          <p:cNvSpPr>
            <a:spLocks noGrp="1"/>
          </p:cNvSpPr>
          <p:nvPr>
            <p:ph type="title"/>
          </p:nvPr>
        </p:nvSpPr>
        <p:spPr>
          <a:xfrm>
            <a:off x="1262729" y="1289303"/>
            <a:ext cx="9638443" cy="3339303"/>
          </a:xfrm>
          <a:ln>
            <a:noFill/>
          </a:ln>
        </p:spPr>
        <p:txBody>
          <a:bodyPr vert="horz" lIns="274320" tIns="182880" rIns="274320" bIns="182880" rtlCol="0" anchor="ctr" anchorCtr="1">
            <a:normAutofit/>
          </a:bodyPr>
          <a:lstStyle/>
          <a:p>
            <a:r>
              <a:rPr lang="en-US" sz="5000" kern="1200" cap="all" spc="200" baseline="0">
                <a:solidFill>
                  <a:srgbClr val="262626"/>
                </a:solidFill>
                <a:latin typeface="+mj-lt"/>
                <a:ea typeface="+mj-ea"/>
                <a:cs typeface="+mj-cs"/>
              </a:rPr>
              <a:t>DEMO</a:t>
            </a:r>
          </a:p>
        </p:txBody>
      </p:sp>
    </p:spTree>
    <p:extLst>
      <p:ext uri="{BB962C8B-B14F-4D97-AF65-F5344CB8AC3E}">
        <p14:creationId xmlns:p14="http://schemas.microsoft.com/office/powerpoint/2010/main" val="478109437"/>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76</TotalTime>
  <Words>180</Words>
  <Application>Microsoft Office PowerPoint</Application>
  <PresentationFormat>Widescreen</PresentationFormat>
  <Paragraphs>12</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Gill Sans MT</vt:lpstr>
      <vt:lpstr>Parcel</vt:lpstr>
      <vt:lpstr>Technical Institute Certification Program</vt:lpstr>
      <vt:lpstr>Concept</vt:lpstr>
      <vt:lpstr>ERD</vt:lpstr>
      <vt:lpstr>Application Functions</vt:lpstr>
      <vt:lpstr>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Wary Vega</dc:creator>
  <cp:lastModifiedBy>Xander Fry</cp:lastModifiedBy>
  <cp:revision>2</cp:revision>
  <dcterms:created xsi:type="dcterms:W3CDTF">2026-04-25T22:07:17Z</dcterms:created>
  <dcterms:modified xsi:type="dcterms:W3CDTF">2026-04-27T00:35:41Z</dcterms:modified>
</cp:coreProperties>
</file>