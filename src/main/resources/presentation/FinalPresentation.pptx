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40"/>
  </p:normalViewPr>
  <p:slideViewPr>
    <p:cSldViewPr snapToGrid="0">
      <p:cViewPr varScale="1">
        <p:scale>
          <a:sx n="116" d="100"/>
          <a:sy n="116" d="100"/>
        </p:scale>
        <p:origin x="60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4/25/26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4/25/26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4/25/26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4/25/26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4/25/26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4/25/26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4/25/26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4/25/26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4/25/26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4/25/26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4/25/26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4/25/26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BFC3F-5907-1167-65A0-6323E5F7FC9B}"/>
              </a:ext>
            </a:extLst>
          </p:cNvPr>
          <p:cNvSpPr>
            <a:spLocks noGrp="1"/>
          </p:cNvSpPr>
          <p:nvPr>
            <p:ph type="ctrTitle"/>
          </p:nvPr>
        </p:nvSpPr>
        <p:spPr/>
        <p:txBody>
          <a:bodyPr>
            <a:normAutofit/>
          </a:bodyPr>
          <a:lstStyle/>
          <a:p>
            <a:r>
              <a:rPr lang="en-US" b="1" dirty="0"/>
              <a:t>Technical Institute Certification Program</a:t>
            </a:r>
            <a:endParaRPr lang="en-US" dirty="0"/>
          </a:p>
        </p:txBody>
      </p:sp>
      <p:sp>
        <p:nvSpPr>
          <p:cNvPr id="3" name="Subtitle 2">
            <a:extLst>
              <a:ext uri="{FF2B5EF4-FFF2-40B4-BE49-F238E27FC236}">
                <a16:creationId xmlns:a16="http://schemas.microsoft.com/office/drawing/2014/main" id="{925CAFDD-DDAC-64C2-5966-D4EE6194518F}"/>
              </a:ext>
            </a:extLst>
          </p:cNvPr>
          <p:cNvSpPr>
            <a:spLocks noGrp="1"/>
          </p:cNvSpPr>
          <p:nvPr>
            <p:ph type="subTitle" idx="1"/>
          </p:nvPr>
        </p:nvSpPr>
        <p:spPr/>
        <p:txBody>
          <a:bodyPr/>
          <a:lstStyle/>
          <a:p>
            <a:r>
              <a:rPr lang="en-US" dirty="0"/>
              <a:t>By: Amelie Yen, Wary Vega, and Xander Fry </a:t>
            </a:r>
          </a:p>
        </p:txBody>
      </p:sp>
    </p:spTree>
    <p:extLst>
      <p:ext uri="{BB962C8B-B14F-4D97-AF65-F5344CB8AC3E}">
        <p14:creationId xmlns:p14="http://schemas.microsoft.com/office/powerpoint/2010/main" val="597069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544653"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8E90B3-1B3C-7154-5340-CECDC5AF88D7}"/>
              </a:ext>
            </a:extLst>
          </p:cNvPr>
          <p:cNvSpPr>
            <a:spLocks noGrp="1"/>
          </p:cNvSpPr>
          <p:nvPr>
            <p:ph type="title"/>
          </p:nvPr>
        </p:nvSpPr>
        <p:spPr>
          <a:xfrm>
            <a:off x="643466" y="643467"/>
            <a:ext cx="6242719" cy="1728044"/>
          </a:xfrm>
          <a:noFill/>
          <a:ln>
            <a:solidFill>
              <a:schemeClr val="bg1"/>
            </a:solidFill>
          </a:ln>
        </p:spPr>
        <p:txBody>
          <a:bodyPr wrap="square">
            <a:normAutofit/>
          </a:bodyPr>
          <a:lstStyle/>
          <a:p>
            <a:r>
              <a:rPr lang="en-US">
                <a:solidFill>
                  <a:schemeClr val="bg1"/>
                </a:solidFill>
              </a:rPr>
              <a:t>Concept</a:t>
            </a:r>
          </a:p>
        </p:txBody>
      </p:sp>
      <p:sp>
        <p:nvSpPr>
          <p:cNvPr id="3" name="Content Placeholder 2">
            <a:extLst>
              <a:ext uri="{FF2B5EF4-FFF2-40B4-BE49-F238E27FC236}">
                <a16:creationId xmlns:a16="http://schemas.microsoft.com/office/drawing/2014/main" id="{EE97D8AC-7E44-F143-46EB-F1FE4ED37B26}"/>
              </a:ext>
            </a:extLst>
          </p:cNvPr>
          <p:cNvSpPr>
            <a:spLocks noGrp="1"/>
          </p:cNvSpPr>
          <p:nvPr>
            <p:ph idx="1"/>
          </p:nvPr>
        </p:nvSpPr>
        <p:spPr>
          <a:xfrm>
            <a:off x="643467" y="2638044"/>
            <a:ext cx="6242715" cy="3415622"/>
          </a:xfrm>
        </p:spPr>
        <p:txBody>
          <a:bodyPr>
            <a:normAutofit/>
          </a:bodyPr>
          <a:lstStyle/>
          <a:p>
            <a:pPr marL="0" indent="0">
              <a:buNone/>
            </a:pPr>
            <a:r>
              <a:rPr lang="en-US">
                <a:solidFill>
                  <a:schemeClr val="bg1"/>
                </a:solidFill>
              </a:rPr>
              <a:t>Certain jobs in construction related work have a plethora of different job types, as well as requiring operations of many different types of equipment. People looking to work in construction or those who are already in it but want to transition to a different job type in the field, all would need to get the proper training and certification to be equipped for the job. Training institutions provide this, and our web application provides a way for faculty to track students and their certifications.</a:t>
            </a:r>
          </a:p>
        </p:txBody>
      </p:sp>
      <p:pic>
        <p:nvPicPr>
          <p:cNvPr id="7" name="Graphic 6" descr="Excavator">
            <a:extLst>
              <a:ext uri="{FF2B5EF4-FFF2-40B4-BE49-F238E27FC236}">
                <a16:creationId xmlns:a16="http://schemas.microsoft.com/office/drawing/2014/main" id="{F7CE85AB-D005-D16F-A229-26EF6701962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19870" y="1614253"/>
            <a:ext cx="3428662" cy="3428662"/>
          </a:xfrm>
          <a:prstGeom prst="rect">
            <a:avLst/>
          </a:prstGeom>
        </p:spPr>
      </p:pic>
    </p:spTree>
    <p:extLst>
      <p:ext uri="{BB962C8B-B14F-4D97-AF65-F5344CB8AC3E}">
        <p14:creationId xmlns:p14="http://schemas.microsoft.com/office/powerpoint/2010/main" val="2493642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9C9A0FB-B5AB-3C4E-67F2-B29549911ADE}"/>
              </a:ext>
            </a:extLst>
          </p:cNvPr>
          <p:cNvPicPr>
            <a:picLocks noGrp="1" noChangeAspect="1"/>
          </p:cNvPicPr>
          <p:nvPr>
            <p:ph idx="1"/>
          </p:nvPr>
        </p:nvPicPr>
        <p:blipFill>
          <a:blip r:embed="rId2"/>
          <a:stretch>
            <a:fillRect/>
          </a:stretch>
        </p:blipFill>
        <p:spPr>
          <a:xfrm>
            <a:off x="1354219" y="1277956"/>
            <a:ext cx="9483561" cy="5496655"/>
          </a:xfrm>
          <a:prstGeom prst="rect">
            <a:avLst/>
          </a:prstGeom>
          <a:ln w="28575">
            <a:solidFill>
              <a:schemeClr val="tx1"/>
            </a:solidFill>
          </a:ln>
        </p:spPr>
      </p:pic>
      <p:sp>
        <p:nvSpPr>
          <p:cNvPr id="2" name="Title 1">
            <a:extLst>
              <a:ext uri="{FF2B5EF4-FFF2-40B4-BE49-F238E27FC236}">
                <a16:creationId xmlns:a16="http://schemas.microsoft.com/office/drawing/2014/main" id="{ADF6CAAE-A441-57A4-6640-A4B39BE4EDE3}"/>
              </a:ext>
            </a:extLst>
          </p:cNvPr>
          <p:cNvSpPr>
            <a:spLocks noGrp="1"/>
          </p:cNvSpPr>
          <p:nvPr>
            <p:ph type="title"/>
          </p:nvPr>
        </p:nvSpPr>
        <p:spPr>
          <a:xfrm>
            <a:off x="122213" y="83389"/>
            <a:ext cx="11952274" cy="864108"/>
          </a:xfrm>
        </p:spPr>
        <p:txBody>
          <a:bodyPr/>
          <a:lstStyle/>
          <a:p>
            <a:r>
              <a:rPr lang="en-US" dirty="0"/>
              <a:t>ERD</a:t>
            </a:r>
          </a:p>
        </p:txBody>
      </p:sp>
    </p:spTree>
    <p:extLst>
      <p:ext uri="{BB962C8B-B14F-4D97-AF65-F5344CB8AC3E}">
        <p14:creationId xmlns:p14="http://schemas.microsoft.com/office/powerpoint/2010/main" val="1005149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4167985-D6E9-40FF-97C0-4B6D373E8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68" y="640080"/>
            <a:ext cx="10911865" cy="4626864"/>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8801362-349C-44BE-BEF6-8E926E1D3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6196" y="804672"/>
            <a:ext cx="10579608" cy="42976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60BF5E-B8F8-2834-C0C8-3866E75BCA25}"/>
              </a:ext>
            </a:extLst>
          </p:cNvPr>
          <p:cNvSpPr>
            <a:spLocks noGrp="1"/>
          </p:cNvSpPr>
          <p:nvPr>
            <p:ph type="title"/>
          </p:nvPr>
        </p:nvSpPr>
        <p:spPr>
          <a:xfrm>
            <a:off x="1262729" y="1289303"/>
            <a:ext cx="9638443" cy="3339303"/>
          </a:xfrm>
          <a:ln>
            <a:noFill/>
          </a:ln>
        </p:spPr>
        <p:txBody>
          <a:bodyPr vert="horz" lIns="274320" tIns="182880" rIns="274320" bIns="182880" rtlCol="0" anchor="ctr" anchorCtr="1">
            <a:normAutofit/>
          </a:bodyPr>
          <a:lstStyle/>
          <a:p>
            <a:r>
              <a:rPr lang="en-US" sz="5000" kern="1200" cap="all" spc="200" baseline="0">
                <a:solidFill>
                  <a:srgbClr val="262626"/>
                </a:solidFill>
                <a:latin typeface="+mj-lt"/>
                <a:ea typeface="+mj-ea"/>
                <a:cs typeface="+mj-cs"/>
              </a:rPr>
              <a:t>DEMO</a:t>
            </a:r>
          </a:p>
        </p:txBody>
      </p:sp>
    </p:spTree>
    <p:extLst>
      <p:ext uri="{BB962C8B-B14F-4D97-AF65-F5344CB8AC3E}">
        <p14:creationId xmlns:p14="http://schemas.microsoft.com/office/powerpoint/2010/main" val="478109437"/>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55</TotalTime>
  <Words>108</Words>
  <Application>Microsoft Macintosh PowerPoint</Application>
  <PresentationFormat>Widescreen</PresentationFormat>
  <Paragraphs>6</Paragraphs>
  <Slides>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Gill Sans MT</vt:lpstr>
      <vt:lpstr>Parcel</vt:lpstr>
      <vt:lpstr>Technical Institute Certification Program</vt:lpstr>
      <vt:lpstr>Concept</vt:lpstr>
      <vt:lpstr>ERD</vt:lpstr>
      <vt:lpstr>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Wary Vega</dc:creator>
  <cp:lastModifiedBy>Wary Vega</cp:lastModifiedBy>
  <cp:revision>2</cp:revision>
  <dcterms:created xsi:type="dcterms:W3CDTF">2026-04-25T22:07:17Z</dcterms:created>
  <dcterms:modified xsi:type="dcterms:W3CDTF">2026-04-25T23:02:25Z</dcterms:modified>
</cp:coreProperties>
</file>